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64008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SMS Spam Message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9D6E8"/>
                </a:solidFill>
                <a:latin typeface="Calibri"/>
              </a:rPr>
              <a:t>AIML Minor Project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C9D6E8"/>
                </a:solidFill>
                <a:latin typeface="Calibri"/>
              </a:rPr>
              <a:t>Student: [Your Name]   |   Roll No: [Roll Number]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C9D6E8"/>
                </a:solidFill>
                <a:latin typeface="Calibri"/>
              </a:rPr>
              <a:t>[Department]   |   [Institute]   |   Guide: [Faculty Guide]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and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SMS spam carries scams, phishing links and unwanted promotions.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Hand-written rules break as wording changes; manual filtering is inconsistent.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Goal: learn from labelled examples to classify a message as spam or legitimate (ham).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Cost asymmetry: blocking a real message is worse than letting one spam through.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Objectives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Build an end-to-end text-classification pipeline: data → features → model → app.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Compare several algorithms with cross-validation, not a single lucky split.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Evaluate with precision, recall, F1, ROC-AUC and a confusion matrix.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Ship a usable tool: web dashboard, batch scoring and command line.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B3A"/>
                </a:solidFill>
                <a:latin typeface="Calibri"/>
              </a:rPr>
              <a:t>•  Scope: English SMS, binary spam/ham. No URL or sender checks; no automatic blocking.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65176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0E9F8E"/>
                </a:solidFill>
                <a:latin typeface="Calibri"/>
              </a:rPr>
              <a:t>5,574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B7686"/>
                </a:solidFill>
                <a:latin typeface="Calibri"/>
              </a:rPr>
              <a:t>raw messages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265176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D64545"/>
                </a:solidFill>
                <a:latin typeface="Calibri"/>
              </a:rPr>
              <a:t>414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B7686"/>
                </a:solidFill>
                <a:latin typeface="Calibri"/>
              </a:rPr>
              <a:t>exact duplicates removed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265176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0E9F8E"/>
                </a:solidFill>
                <a:latin typeface="Calibri"/>
              </a:rPr>
              <a:t>5,160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B7686"/>
                </a:solidFill>
                <a:latin typeface="Calibri"/>
              </a:rPr>
              <a:t>unique messages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65176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55448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0E9F8E"/>
                </a:solidFill>
                <a:latin typeface="Calibri"/>
              </a:rPr>
              <a:t>12.4%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B7686"/>
                </a:solidFill>
                <a:latin typeface="Calibri"/>
              </a:rPr>
              <a:t>spam (642 of 5,160)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UCI SMS Spam Collection (Almeida, Gómez Hidalgo &amp; Yamakami, 2011).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Duplicates would land in both train and test and inflate scores, so they are dropped first.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Stratified 80/20 split: 4,128 train, 1,032 test (seed 42).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920240" cy="155448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920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SMS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6B768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194560"/>
            <a:ext cx="1920240" cy="155448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194560"/>
            <a:ext cx="1920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Word TF-IDF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+ Char TF-IDF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+ style cues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6B768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194560"/>
            <a:ext cx="1920240" cy="1554480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194560"/>
            <a:ext cx="1920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Logistic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65176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6B7686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194560"/>
            <a:ext cx="1920240" cy="155448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1920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Spam score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→ tuned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threshold 0.48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5176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6B768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194560"/>
            <a:ext cx="1920240" cy="155448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194560"/>
            <a:ext cx="1920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Spam / Ham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+ word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6B7686"/>
                </a:solidFill>
                <a:latin typeface="Calibri"/>
              </a:rPr>
              <a:t>Served through: Streamlit dashboard (classify, batch CSV, evaluation, dataset) and predict.py CLI.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6B7686"/>
                </a:solidFill>
                <a:latin typeface="Calibri"/>
              </a:rPr>
              <a:t>One shared module (spam_detector/core.py) keeps training, app and CLI identical. The model loads from disk, so the app starts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Method: what was upgraded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Leakage fix: duplicates removed; model chosen by 5-fold CV on training data only; test set used once.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Richer features: word 1–2-grams, character 2–5-grams (catch fr33 / txt4), style cues (URL, phone number, £/$, caps, !).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Kept stop words: now, free, call are strong spam signals.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Four models compared: original baseline, Naive Bayes, Logistic Regression, calibrated Linear SVM.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Threshold tuned for max F1 with spam precision ≥ 98%.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Application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app_class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122504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55448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B3A"/>
                </a:solidFill>
                <a:latin typeface="Calibri"/>
              </a:rPr>
              <a:t>Paste a message and get the label, spam score and the words that drove it.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B3A"/>
                </a:solidFill>
                <a:latin typeface="Calibri"/>
              </a:rPr>
              <a:t>Example: a prize scam scores 100% spam; the phone number and £1000 contribute most.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B3A"/>
                </a:solidFill>
                <a:latin typeface="Calibri"/>
              </a:rPr>
              <a:t>Batch tab scores a whole CSV and lets you download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 on held-out test set (1,032 messages)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65176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0E9F8E"/>
                </a:solidFill>
                <a:latin typeface="Calibri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B7686"/>
                </a:solidFill>
                <a:latin typeface="Calibr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265176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0E9F8E"/>
                </a:solidFill>
                <a:latin typeface="Calibri"/>
              </a:rPr>
              <a:t>99.2%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B7686"/>
                </a:solidFill>
                <a:latin typeface="Calibri"/>
              </a:rPr>
              <a:t>spam 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2651760" cy="13716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0E9F8E"/>
                </a:solidFill>
                <a:latin typeface="Calibri"/>
              </a:rPr>
              <a:t>96.1%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6B7686"/>
                </a:solidFill>
                <a:latin typeface="Calibri"/>
              </a:rPr>
              <a:t>spam recall</a:t>
            </a:r>
          </a:p>
        </p:txBody>
      </p:sp>
      <p:pic>
        <p:nvPicPr>
          <p:cNvPr id="16" name="Picture 1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0160"/>
            <a:ext cx="3497580" cy="3108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0" y="448056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686"/>
                </a:solidFill>
                <a:latin typeface="Calibri"/>
              </a:rPr>
              <a:t>F1 0.976  |  ROC-AUC 0.999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686"/>
                </a:solidFill>
                <a:latin typeface="Calibri"/>
              </a:rPr>
              <a:t>1 false positive, 5 missed spam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0" y="1463040"/>
          <a:ext cx="4480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Test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Test F1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/>
                        <a:t>Original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0.863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/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0.929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/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0.961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0.976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/>
                        <a:t>Linear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0.972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0" y="411480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B7686"/>
                </a:solidFill>
                <a:latin typeface="Calibri"/>
              </a:rPr>
              <a:t>Recall rises from 76.6% to 96.1% at the same precision.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B7686"/>
                </a:solidFill>
                <a:latin typeface="Calibri"/>
              </a:rPr>
              <a:t>The original code's F1 0.925 was inflated by duplicate leakage; on a clean split it is 0.863.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Small, mid-2000s English dataset; new scams, slang and other languages will hurt accuracy.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Only 128 spam messages in the test set, so scores can shift by a point or two; CV F1 is 0.951.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Misses are atypical spam (adult content, stock pumps, subscription replies).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No URL or sender reputation checks.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Next: fresh multilingual data, transformer embeddings, URL/sender features, drift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SMS Spam Message Detector  |  AIML Minor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Delivered a complete, tested pipeline with a dashboard, batch scoring and CLI.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Found and fixed a train/test duplicate leak, then raised spam F1 from 0.863 to 0.976.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222B3A"/>
                </a:solidFill>
                <a:latin typeface="Calibri"/>
              </a:rPr>
              <a:t>•  Prototype for education; keep a human in the loop for important messages.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686"/>
                </a:solidFill>
                <a:latin typeface="Calibri"/>
              </a:rPr>
              <a:t>References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686"/>
                </a:solidFill>
                <a:latin typeface="Calibri"/>
              </a:rPr>
              <a:t>Almeida, T. A., Gómez Hidalgo, J. M., &amp; Yamakami, T. (2011). Contributions to the Study of SMS Spam Filtering. ACM DocEng. DOI 10.1145/2034691.2034742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686"/>
                </a:solidFill>
                <a:latin typeface="Calibri"/>
              </a:rPr>
              <a:t>UCI Machine Learning Repository: SMS Spam Collection  |  scikit-learn  | 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